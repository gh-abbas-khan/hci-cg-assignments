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-391" y="-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A5DC4F-78B2-4F70-B289-2526C4BDA2DD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37B43-F225-4E03-B533-31980B700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35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HCI focus: Tinkercad's shapes panel, view/navigation controls, and dimension handles.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CG focus: Tinkercad's cast shadows, perspective grid, and shaded mesh faces, plus the two reflection answers. App analyzed: Tinkercad — mockup illustrations used to represent the interface for annotation purposes.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1_h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5771"/>
            <a:ext cx="10043160" cy="564927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713064" y="6461074"/>
            <a:ext cx="1078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</a:t>
            </a:r>
            <a:r>
              <a:rPr lang="en-US" sz="1100" dirty="0" smtClean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BABAR KHAN  •  2k24/CSE/89  </a:t>
            </a: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ASSIGNMENT: HCI VS COMPUTER </a:t>
            </a:r>
            <a:r>
              <a:rPr lang="en-US" sz="1100" dirty="0" smtClean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2_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190" y="115018"/>
            <a:ext cx="8122624" cy="45689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3" name="Text 0"/>
          <p:cNvSpPr txBox="1"/>
          <p:nvPr/>
        </p:nvSpPr>
        <p:spPr>
          <a:xfrm>
            <a:off x="640080" y="4683993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512819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Does CG quality help or hinder interaction?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51223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Tinkercad's simple shading and shadows make objects read as 3D instantly without slowing the app down, helping a beginner focus on modeling. Richer, more realistic lighting could hinder interaction by slowing rendering and making small features harder to click.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512819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One simple HCI change?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551223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add a brief on-screen hint next to the view-cube (e.g. “Drag to rotate, scroll to zoom”) during a user’s first session, since the navigation icons are clear but their exact gestures aren’t obvious to first-time users.</a:t>
            </a:r>
            <a:endParaRPr lang="en-US" sz="1250" dirty="0"/>
          </a:p>
        </p:txBody>
      </p:sp>
      <p:sp>
        <p:nvSpPr>
          <p:cNvPr id="8" name="TextBox 7"/>
          <p:cNvSpPr txBox="1"/>
          <p:nvPr/>
        </p:nvSpPr>
        <p:spPr>
          <a:xfrm>
            <a:off x="586309" y="6537667"/>
            <a:ext cx="108703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ABBAS BABAR KHAN  •  2k24/CSE/89  •  ASSIGNMENT: HCI VS COMPUTER GRAPHICS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185</Words>
  <Application>Microsoft Office PowerPoint</Application>
  <PresentationFormat>Custom</PresentationFormat>
  <Paragraphs>11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Abbas Khan</cp:lastModifiedBy>
  <cp:revision>2</cp:revision>
  <dcterms:created xsi:type="dcterms:W3CDTF">2026-09-11T05:56:52Z</dcterms:created>
  <dcterms:modified xsi:type="dcterms:W3CDTF">2026-09-11T06:29:38Z</dcterms:modified>
</cp:coreProperties>
</file>